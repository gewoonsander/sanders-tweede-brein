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(±20 sec)
- “Stel je onze community voor als een dartcafé… maar dan zonder rook en met zoekfunctie.”
- “Vandaag gaan we 3 dingen helder krijgen: wat is Huddle, wat levert het op, en hoe doen we dit samen.”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PRAATSPROEK (±30 sec)
- “Als we dit goed gebruiken, scheelt het ons tijd, ruis en losse appjes.”
- “Het is de plek waar leden ons vinden, waar kennis blijft staan, en waar wij als coaches zichtbaar zijn.”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KADER (±45 sec)
- “Elke losse tool is prima… totdat je er 6 hebt.”
- “Huddle is onze manier om de ‘club’ te organiseren: info, ritme, en aanwezigheid.”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VERTALING (±45 sec)
- “Leden kopen niet ‘software’. Ze kopen: structuur, feedback, motivatie en progressie.”
- “Huddle is de plek waar die beleving elke week blijft leven.”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HOEK (±45 sec)
- “Voor ons is dit het fundament onder schaalbaarheid.”
- “Als coaches hier zichtbaar zijn, voelt de community levend — en dat is onbetaalbaar.”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COACH HOEK (±45 sec)
- “Dit is geen extra klus. Het is een multiplier.”
- “Je hoeft niet elke dag online te zijn — consistent is belangrijker dan veel.”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AFSPRAAK (±40 sec)
- “We willen geen spookstad.”
- “We houden het klein, haalbaar en consequent.”
- “De standaard: 10–15 minuten per week per coach is al goud.”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HANDIG ZINNETJE
- “Consistent 5 minuten per week is beter dan één keer per maand een uur.”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DOEL (±40 sec)
- “Als iedereen vandaag stap 2 en 3 afrondt, zijn we al 80% verder.”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
- Film verticaal (telefoon). Rustige scroll. Noem steeds: “Dit is waar je X vindt.”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AFRONDER (±30 sec)
- “De community wordt zo goed als wat wij erin stoppen.”
- “Maak het klein en haalbaar: liever 1 goede reactie dan 10 losse.”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
- “Als dit leeft, groeit alles makkelijker.”
- “Top: pak je telefoon, we doen het nu.”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Huddle bij DartsCoaching.nl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 digitale clubhuis — en waarom jouw aanwezigheid het verschil maakt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6035040" cy="914400"/>
          </a:xfrm>
          <a:prstGeom prst="round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69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Doel: iedereen weet wat het is, waar je moet zijn, en wat we van je verwachten.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 in 1 zin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45775" cy="2011680"/>
          </a:xfrm>
          <a:prstGeom prst="round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737360"/>
            <a:ext cx="963137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Huddle = community + trainingen + communicatie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op één plek.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nóg een platform. Wél: één centrale thuisbasis.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we dit nodig hebben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mail / Drive = versnippering (en dingen verdwijnen)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leden weten niet waar ze moeten beginnen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 zit in hoofden in plaats van in het systeem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willen schaalbaar groeien zonder “meer chaos”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is geen bijzaak: het is retentie + vertrouwen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leden er krijgen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Snelle hulp: vragen stellen, feedback, winmomenten delen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Trainingen &amp; modules: gestructureerd leren (backbone = onze content)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 opdrachten: “gewoon doen” met begeleiding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Bestanden &amp; tools: downloads, checklists, reflectietools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updates: workshops, clinics, nieuwtjes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80960" y="1463040"/>
            <a:ext cx="3931920" cy="2926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956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Praat als coach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vanuit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 levert het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 op als speler?”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oplevert voor DartsCoaching.nl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centrale plek = minder support-rondjes en zoekwerk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Hogere betrokkenheid = hogere retentie (leden blijven)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Duidelijke route: van gratis → betaald → verdieping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herbruikbaar: één keer maken, vaker gebruiken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Merkbeleving: professioneel, consistent, “clubgevoel”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jou oplevert als coach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Zichtbaarheid: leden zien jouw gezicht, stijl en expertise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Minder herhaalwerk: antwoorden blijven vindbaar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impact: kleine interventies tussendoor (5 min) tellen op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Leads: leden leren jou kennen en kiezen sneller voor coaching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sterker: je bouwt mee aan het “collectieve coachbrein”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532120"/>
            <a:ext cx="10545775" cy="777240"/>
          </a:xfrm>
          <a:prstGeom prst="round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715000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gezegd: jouw aanwezigheid = vertrouwen. Vertrouwen = omzet + impact.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we van coaches vragen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 compleet (foto, korte bio, specialiteit)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Wekelijks aanwezig: 2× inloggen + reageren waar nodig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waardevolle bijdrage per week (tip, mini-analyse, vraag)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Meehelpen met ritme: challenges, themaweken, events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Signalen oppakken: leden die afhaken → even aanhaken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5-minuten routine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maar één ding onthoudt: doe dit.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2240280" cy="3931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notificaties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vraagt aandacht?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240280" cy="3931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78308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Reageer op 2 berichten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Kort, vriendelijk, concreet.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1600200"/>
            <a:ext cx="2240280" cy="3931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78308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97880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Like/quote 3 bijdrages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7880" y="292608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Beloon gedrag dat je wil zien.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1600200"/>
            <a:ext cx="2240280" cy="3931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1 mini-tip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66760" y="292608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 tekst is genoeg.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698480" y="1600200"/>
            <a:ext cx="2240280" cy="3931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35640" y="1783080"/>
            <a:ext cx="502920" cy="50292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35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835640" y="24231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 events/updates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35640" y="2926080"/>
            <a:ext cx="1965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komt eraan?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Coach-onboarding in 5 stappen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Uitnodiging accepteren + inloggen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Profiel invullen + profielfoto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Notificaties goed zetten (zodat je niets mist)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Favorieten instellen (jouw vaste plekken)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Eerste post: “Hoi, ik ben … en ik help je met …”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06640" y="1417320"/>
            <a:ext cx="4206240" cy="3200400"/>
          </a:xfrm>
          <a:prstGeom prst="round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Pro-tip: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in je bio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specialiteit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beschikbaarheid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leuke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persoonlijke noot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Mini-demo (video) — script in beeld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Open Huddle app → login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– Home: waar zie je updates/notificaties?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 – Community: waar stel je vragen / reageer je?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Trainingen: waar vind je modules?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– Events/kalender: waar meld je je aan?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– Profiel &amp; notificaties: jouw instellingen</a:t>
            </a:r>
            <a:endParaRPr lang="en-US" sz="18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2:50 – Afsluiten met “waar begin ik?” (favorieten)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349240"/>
            <a:ext cx="10545775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62356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 van de video: iemand die nog nooit in Huddle was, kan binnen 3 minuten zelfstandig starten.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afspraken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45775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issues: meld in het “Support/Help” kanaal (met screenshot)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Content-afspraken: kort, positief, praktisch (geen muur van tekst)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Escalatie: als het gaat over privacy/gevoelige info → direct 1-op-1</a:t>
            </a:r>
            <a:endParaRPr lang="en-US" sz="20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bouwen ritme: themaweek + vaste momenten voor updates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 voor vandaag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45775" cy="2194560"/>
          </a:xfrm>
          <a:prstGeom prst="round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240280"/>
            <a:ext cx="963137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Iedere coach: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logt 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zet notificaties goed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plaatst z’n eerste “Hallo!”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0" y="1920240"/>
            <a:ext cx="4114800" cy="2194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23317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QR/Link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naar Huddle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(placeholder)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daarna: we spreken de 5-minuten routine af.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5624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DartsCoaching.nl  •  Huddle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DartsCoaching.nl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Huddle bij DartsCoaching.nl</dc:title>
  <dc:subject>Huddle - teamdag</dc:subject>
  <dc:creator>DartsCoaching.nl</dc:creator>
  <cp:lastModifiedBy>DartsCoaching.nl</cp:lastModifiedBy>
  <cp:revision>1</cp:revision>
  <dcterms:created xsi:type="dcterms:W3CDTF">2026-01-21T08:30:25Z</dcterms:created>
  <dcterms:modified xsi:type="dcterms:W3CDTF">2026-01-21T08:30:25Z</dcterms:modified>
</cp:coreProperties>
</file>